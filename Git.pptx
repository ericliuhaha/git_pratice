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4" r:id="rId6"/>
    <p:sldId id="278" r:id="rId7"/>
    <p:sldId id="279" r:id="rId8"/>
    <p:sldId id="281" r:id="rId9"/>
    <p:sldId id="275" r:id="rId10"/>
    <p:sldId id="280" r:id="rId11"/>
    <p:sldId id="263" r:id="rId12"/>
    <p:sldId id="265" r:id="rId13"/>
    <p:sldId id="266" r:id="rId14"/>
    <p:sldId id="267" r:id="rId15"/>
    <p:sldId id="274" r:id="rId16"/>
    <p:sldId id="288" r:id="rId17"/>
    <p:sldId id="282" r:id="rId18"/>
    <p:sldId id="269" r:id="rId19"/>
    <p:sldId id="285" r:id="rId20"/>
    <p:sldId id="272" r:id="rId21"/>
    <p:sldId id="287" r:id="rId22"/>
    <p:sldId id="270" r:id="rId23"/>
    <p:sldId id="289" r:id="rId24"/>
    <p:sldId id="286" r:id="rId25"/>
    <p:sldId id="273" r:id="rId26"/>
    <p:sldId id="276" r:id="rId27"/>
    <p:sldId id="290" r:id="rId28"/>
    <p:sldId id="283" r:id="rId29"/>
    <p:sldId id="268" r:id="rId30"/>
    <p:sldId id="284" r:id="rId31"/>
    <p:sldId id="277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353" autoAdjust="0"/>
  </p:normalViewPr>
  <p:slideViewPr>
    <p:cSldViewPr snapToGrid="0">
      <p:cViewPr varScale="1">
        <p:scale>
          <a:sx n="126" d="100"/>
          <a:sy n="126" d="100"/>
        </p:scale>
        <p:origin x="1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702AC-7AB0-0043-8BEA-6A251E41E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D5FA22-6DEB-EBA9-040D-9CF56E020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229149-45C2-EE8B-A86D-A2ABE65D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3995A-1C69-A14F-C7E9-F3285127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1C9D39-F2A8-5BAB-97AF-26F8682B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39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C49A3B-DC5A-197D-5BF6-ABF8379B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88167B-6D76-7847-4B09-0667D9DE4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9F52FE-D1F7-ED8E-E40C-B5183D17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7E6296-EA55-288D-32A8-9CB54673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635299-D685-6A29-AC24-AA88F290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55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4A45B-DDDB-EF9F-A894-450AE302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084EEE-6B3A-0340-A1D2-82AF62890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E082C2-1C92-0D91-71FE-B7BD0CEA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0195F8-1A75-C896-593B-968B2301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F44A2E-CCE9-51CB-2BF2-137C416E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89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348AB8-A36A-01F4-EA1A-6FD2241B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B763C5-F157-130A-69F1-0C11AB280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F40D673-4988-FCA1-7FC6-22F339AF8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B6CE0B-CF5B-2AFB-C8EB-66CC7284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8304F5-6D31-7234-7230-18519BBF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CA6751-0909-8A43-9F7C-F6C1A1B8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51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E76ED0-DB3F-1267-7FF3-8D1CFF72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39DC16-7A4A-A4E0-2BD6-4BB73568A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91C7ED-BB5D-5B57-A0A0-C863DBEC8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BF5AC4-6473-7D8E-7ECD-D6F9070AF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71620F-C879-9DB9-36C5-F674750BA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1AD5B12-A6FF-F2B5-9DF9-8B242F6F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1D76598-0DC5-E7F1-337F-4388441D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EC3D3D-C1F8-D14B-5A03-51C87F15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76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0D6D05-B2FF-28EB-FA23-F69AEEEA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68F672-F670-C673-E05D-9C897CA4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63BFCF2-8264-7FDE-4E66-9043DF20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6817BC6-4CAD-3088-8AA8-8B6DF3E40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48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D046705-F930-1A20-D164-B73CE7AE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CB4AC4-FA0F-DC78-374F-F11E3BC5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900989-D928-CE61-E4BD-61285D0B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92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C5E3AB-3C97-6E66-8ED1-D16B02F4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EF1D84-CC47-6CB3-B901-51BD1A8F0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31B27D0-0F66-84BA-B77F-5E2C3F62F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05D48A-58BF-E41F-0860-1F9AC95B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53D2D5-A082-28DC-1A1C-EEF57552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456F33E-1535-96A0-31A5-29442C8A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517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60EE5-D403-D2A3-A364-B91AEBFD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932FA59-5740-6F87-2BA2-7DBCFAC79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59F76B-712A-8D14-F387-19F379F66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D24CD7-1026-003E-67FE-1A3E414C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D29EBE-0D01-D494-17B6-53A83C07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E4BAC73-8BCC-D0F2-2A6D-1B80CAE0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90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4DCC3E-9C38-404E-3826-070431C0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9F270A-D73F-9B17-BDD9-00B451361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8CA17A-A72A-E6C8-8FB1-189D40827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4E4950-4024-30D7-0324-32F32167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879481-16DB-6419-24D5-F21394DD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64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34AE2-C65F-6F23-448B-69D3BD79A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9B1C501-948F-5EFC-4D74-9786A4C68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314B89-44EF-F39E-49BB-423AAC90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365523-6D85-3C28-DCAC-3415F376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7C9D54-AC08-26A3-59B8-0D193059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974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0B09389-9D68-DD4F-2A8D-C93E00A7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01A21F-64C9-6FBF-B524-30A7C7CC0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DD55F3-9F51-39A6-DAB1-28EBB03D5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5CD84-7BC2-4BDF-BFAA-F7ACEA040AD4}" type="datetimeFigureOut">
              <a:rPr lang="zh-TW" altLang="en-US" smtClean="0"/>
              <a:t>2024/4/30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13D113-6592-D62F-5FBD-EFEB25D02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EE148C-BE4D-2419-5BCB-AF044E230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BAEEE-34A3-4A12-8D41-26632CB118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20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DD42DE5-1FF3-7169-6C67-3A4A0143C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altLang="zh-TW" dirty="0"/>
              <a:t>Git</a:t>
            </a:r>
            <a:endParaRPr lang="zh-TW" altLang="en-US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5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BABD2E-ACB2-52E7-8493-B4B315BD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61396"/>
            <a:ext cx="10905066" cy="3135206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9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0AF9DD7-1154-41C3-CCC0-A6F16004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81" y="0"/>
            <a:ext cx="9738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66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C8F4C-309B-FC36-6527-DA4F4A77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分散式系統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9E895A-348A-0FC0-4BC4-F4C39F9A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無需網路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不受伺服器影響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大部分操作都可在本地完成</a:t>
            </a:r>
            <a:endParaRPr lang="en-US" altLang="zh-TW" sz="3200" dirty="0"/>
          </a:p>
          <a:p>
            <a:endParaRPr lang="en-US" altLang="zh-TW" sz="3200" dirty="0"/>
          </a:p>
          <a:p>
            <a:r>
              <a:rPr lang="zh-TW" altLang="en-US" sz="3200" dirty="0"/>
              <a:t>版本紀錄都保存在本地</a:t>
            </a:r>
          </a:p>
        </p:txBody>
      </p:sp>
    </p:spTree>
    <p:extLst>
      <p:ext uri="{BB962C8B-B14F-4D97-AF65-F5344CB8AC3E}">
        <p14:creationId xmlns:p14="http://schemas.microsoft.com/office/powerpoint/2010/main" val="341649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9A2ED9E-2A59-C32B-DB3E-DD850F66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 </a:t>
            </a:r>
            <a:r>
              <a:rPr lang="zh-TW" alt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結構</a:t>
            </a:r>
            <a:endParaRPr lang="en-US" altLang="zh-TW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3537CC-E0B8-413C-52C0-F340DC25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868122"/>
            <a:ext cx="6780700" cy="511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6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A950FCD-D11E-2393-EBCE-A8EA330BF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5400">
                <a:solidFill>
                  <a:schemeClr val="bg1">
                    <a:lumMod val="95000"/>
                    <a:lumOff val="5000"/>
                  </a:schemeClr>
                </a:solidFill>
              </a:rPr>
              <a:t>Git </a:t>
            </a:r>
            <a:r>
              <a:rPr lang="zh-TW" alt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安裝</a:t>
            </a:r>
          </a:p>
        </p:txBody>
      </p:sp>
    </p:spTree>
    <p:extLst>
      <p:ext uri="{BB962C8B-B14F-4D97-AF65-F5344CB8AC3E}">
        <p14:creationId xmlns:p14="http://schemas.microsoft.com/office/powerpoint/2010/main" val="1946380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02476F-79F5-035E-F7D6-357D259C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命令行安裝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3E440-6454-0617-1EFC-750F7E34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978" y="1554595"/>
            <a:ext cx="7057168" cy="74208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/>
              <a:t>winget</a:t>
            </a:r>
            <a:r>
              <a:rPr lang="en-US" altLang="zh-TW" dirty="0"/>
              <a:t> install --id </a:t>
            </a:r>
            <a:r>
              <a:rPr lang="en-US" altLang="zh-TW" dirty="0" err="1"/>
              <a:t>Git.Git</a:t>
            </a:r>
            <a:r>
              <a:rPr lang="en-US" altLang="zh-TW" dirty="0"/>
              <a:t> -e --source </a:t>
            </a:r>
            <a:r>
              <a:rPr lang="en-US" altLang="zh-TW" dirty="0" err="1"/>
              <a:t>winget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55A50A6-4DFB-43A4-63F5-984AEC470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2352"/>
            <a:ext cx="2610936" cy="499052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B174518-2CD5-09C6-464A-5E56A0C2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705" y="2635732"/>
            <a:ext cx="7638095" cy="3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1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38D7E17-C5C1-F553-9041-EA48308B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開始使用 </a:t>
            </a:r>
            <a:r>
              <a:rPr lang="en-US" altLang="zh-TW" sz="5400">
                <a:solidFill>
                  <a:schemeClr val="bg1">
                    <a:lumMod val="95000"/>
                    <a:lumOff val="5000"/>
                  </a:schemeClr>
                </a:solidFill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1680793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95AF26-EDC4-F1F2-F68E-E33A694B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設定簽名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5DFFB-5144-A7D0-C8AB-31F0BD23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專案級別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git config user.name &lt;User&gt;</a:t>
            </a:r>
          </a:p>
          <a:p>
            <a:pPr marL="0" indent="0">
              <a:buNone/>
            </a:pPr>
            <a:r>
              <a:rPr lang="fr-FR" altLang="zh-TW" dirty="0"/>
              <a:t>git config user.email &lt;Email&gt;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全局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git config --global user.name &lt;User&gt;</a:t>
            </a:r>
          </a:p>
          <a:p>
            <a:pPr marL="0" indent="0">
              <a:buNone/>
            </a:pPr>
            <a:r>
              <a:rPr lang="fr-FR" altLang="zh-TW" dirty="0"/>
              <a:t>git config --global user.email &lt;Email&gt;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23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E29B00-F482-4A5D-21FB-F902DE03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3477"/>
            <a:ext cx="10515600" cy="1325563"/>
          </a:xfrm>
        </p:spPr>
        <p:txBody>
          <a:bodyPr/>
          <a:lstStyle/>
          <a:p>
            <a:r>
              <a:rPr lang="zh-TW" altLang="en-US" dirty="0"/>
              <a:t>初始化 </a:t>
            </a:r>
            <a:r>
              <a:rPr lang="en-US" altLang="zh-TW" dirty="0"/>
              <a:t>Git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9090EB1-8A6A-B9BB-896A-1BFA5293B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4973"/>
            <a:ext cx="10515600" cy="1564956"/>
          </a:xfrm>
          <a:prstGeom prst="rect">
            <a:avLst/>
          </a:prstGeom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55D837D-17F5-EA0C-D1E2-D6A879694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6820"/>
            <a:ext cx="7057168" cy="74208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git </a:t>
            </a:r>
            <a:r>
              <a:rPr lang="en-US" altLang="zh-TW" dirty="0" err="1"/>
              <a:t>init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79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04D175-328D-B3FB-5717-D7C6A16E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38" y="197174"/>
            <a:ext cx="10797073" cy="1073656"/>
          </a:xfrm>
        </p:spPr>
        <p:txBody>
          <a:bodyPr/>
          <a:lstStyle/>
          <a:p>
            <a:r>
              <a:rPr lang="zh-TW" altLang="en-US" dirty="0"/>
              <a:t>目錄狀態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D3B65C4-EB2E-D15C-12D6-292B7556C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23" y="2128418"/>
            <a:ext cx="5194482" cy="43112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0908E4-0F74-EA43-A652-28914F9E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23" y="2559539"/>
            <a:ext cx="10711129" cy="4040426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CE3F5D-07A6-2882-6EF0-E603610C9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23" y="1386334"/>
            <a:ext cx="7057168" cy="74208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git status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E2383BD-1372-BA67-95E3-5C527D31B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284" y="657818"/>
            <a:ext cx="3353268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9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C25B20-5436-0323-1134-7914E03C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添加到暫存區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507658-A921-C43E-DDE2-8DB2068D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1885"/>
            <a:ext cx="5289610" cy="58581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93F0EE5-1D93-03BE-3730-3B988085E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16033"/>
            <a:ext cx="3649825" cy="5839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D2A111D-35B8-775C-22E2-0D7DEC64F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227307"/>
            <a:ext cx="2950597" cy="58397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3FBC91-6C67-43A8-3F13-C9CDB228CD37}"/>
              </a:ext>
            </a:extLst>
          </p:cNvPr>
          <p:cNvSpPr txBox="1"/>
          <p:nvPr/>
        </p:nvSpPr>
        <p:spPr>
          <a:xfrm>
            <a:off x="838200" y="3220410"/>
            <a:ext cx="451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添加檔名為 </a:t>
            </a:r>
            <a:r>
              <a:rPr lang="en-US" altLang="zh-TW" sz="2800" dirty="0"/>
              <a:t>html</a:t>
            </a:r>
            <a:endParaRPr lang="zh-TW" altLang="en-US" sz="28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14183FF-A8D2-8FBB-6A01-854274A8775B}"/>
              </a:ext>
            </a:extLst>
          </p:cNvPr>
          <p:cNvSpPr txBox="1"/>
          <p:nvPr/>
        </p:nvSpPr>
        <p:spPr>
          <a:xfrm>
            <a:off x="838200" y="4523770"/>
            <a:ext cx="451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添加所有檔案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305B074-7FC7-194F-F015-20FFCD441F68}"/>
              </a:ext>
            </a:extLst>
          </p:cNvPr>
          <p:cNvSpPr txBox="1"/>
          <p:nvPr/>
        </p:nvSpPr>
        <p:spPr>
          <a:xfrm>
            <a:off x="838199" y="1868477"/>
            <a:ext cx="451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只添加 </a:t>
            </a:r>
            <a:r>
              <a:rPr lang="en-US" altLang="zh-TW" sz="2800" dirty="0"/>
              <a:t>welcome.html</a:t>
            </a:r>
            <a:endParaRPr lang="zh-TW" altLang="en-US" sz="2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48227C-1339-0FBE-9745-C28611B13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044" y="2052706"/>
            <a:ext cx="6315956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37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415DC4-E761-6A57-17C2-E95291BD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發佈到儲存庫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4A1A4C-F6AA-026F-129C-07D3DA6C6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5034430"/>
            <a:ext cx="6742724" cy="16681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2B2F58C-81EF-CE0F-29BC-59321B304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247" y="1690688"/>
            <a:ext cx="6554115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7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2DFAB5-DB06-E75B-5BD6-0BCE1BBF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09" y="225967"/>
            <a:ext cx="8594603" cy="1032970"/>
          </a:xfrm>
        </p:spPr>
        <p:txBody>
          <a:bodyPr/>
          <a:lstStyle/>
          <a:p>
            <a:r>
              <a:rPr lang="zh-TW" altLang="en-US" dirty="0"/>
              <a:t>檢視提交的紀錄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9D57FD4-0767-BBE9-6A0F-F8CF4E1F30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88" b="50898"/>
          <a:stretch/>
        </p:blipFill>
        <p:spPr>
          <a:xfrm>
            <a:off x="992109" y="1526016"/>
            <a:ext cx="7744485" cy="190298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0F6436B-F732-1B05-F625-84CFA61E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09" y="3872627"/>
            <a:ext cx="6258804" cy="20302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DCED1B1-12FF-AC57-6BBB-9355156B5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732" y="0"/>
            <a:ext cx="3353268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8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4A7507-EAE3-EAC2-7C4D-DE0D0652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回朔歷史紀錄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14E277-F8B6-67BB-0DD2-30F304E3F9C9}"/>
              </a:ext>
            </a:extLst>
          </p:cNvPr>
          <p:cNvSpPr txBox="1"/>
          <p:nvPr/>
        </p:nvSpPr>
        <p:spPr>
          <a:xfrm>
            <a:off x="838200" y="2529060"/>
            <a:ext cx="9463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Consolas NF" panose="020B0609020204030204" pitchFamily="49" charset="0"/>
              </a:rPr>
              <a:t>$ git reset [–mixed|–soft|–hard] &lt;commit&gt;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92A0B4-19FC-9AC9-A06F-D0954D1F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78" y="433821"/>
            <a:ext cx="7149274" cy="118817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4A266E6-B154-FEEC-2799-F912891AA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58527"/>
            <a:ext cx="1025985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0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645A6-320B-443F-8581-03C4532D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A1D9A8-BCED-42E6-81BE-EB6E103CE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a.txt</a:t>
            </a:r>
          </a:p>
          <a:p>
            <a:r>
              <a:rPr lang="zh-TW" altLang="en-US" dirty="0"/>
              <a:t>添加 </a:t>
            </a:r>
            <a:r>
              <a:rPr lang="en-US" altLang="zh-TW" dirty="0"/>
              <a:t>b.txt</a:t>
            </a:r>
          </a:p>
          <a:p>
            <a:r>
              <a:rPr lang="zh-TW" altLang="en-US" dirty="0"/>
              <a:t>修改 </a:t>
            </a:r>
            <a:r>
              <a:rPr lang="en-US" altLang="zh-TW" dirty="0"/>
              <a:t>a.txt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5920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A16D15F-28A6-808A-FA69-E9846A030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分支</a:t>
            </a:r>
          </a:p>
        </p:txBody>
      </p:sp>
    </p:spTree>
    <p:extLst>
      <p:ext uri="{BB962C8B-B14F-4D97-AF65-F5344CB8AC3E}">
        <p14:creationId xmlns:p14="http://schemas.microsoft.com/office/powerpoint/2010/main" val="4059783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BA31E-42C6-EFAF-5A6F-A6B46265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386"/>
            <a:ext cx="10515600" cy="1325563"/>
          </a:xfrm>
        </p:spPr>
        <p:txBody>
          <a:bodyPr/>
          <a:lstStyle/>
          <a:p>
            <a:r>
              <a:rPr lang="zh-TW" altLang="en-US" dirty="0"/>
              <a:t>分支 </a:t>
            </a:r>
            <a:r>
              <a:rPr lang="en-US" altLang="zh-TW" dirty="0"/>
              <a:t>git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lang="zh-TW" altLang="en-US" dirty="0"/>
          </a:p>
        </p:txBody>
      </p:sp>
      <p:pic>
        <p:nvPicPr>
          <p:cNvPr id="1026" name="Picture 2" descr="git flow">
            <a:extLst>
              <a:ext uri="{FF2B5EF4-FFF2-40B4-BE49-F238E27FC236}">
                <a16:creationId xmlns:a16="http://schemas.microsoft.com/office/drawing/2014/main" id="{0829066A-2F96-2040-72A8-A4A55105B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36" y="1471949"/>
            <a:ext cx="10515600" cy="502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92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6BE269-A844-53D2-E23A-A5DC5999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創建分支步驟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3C409F-43F4-F991-4F0C-533208349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步驟一：創建分支</a:t>
            </a:r>
            <a:endParaRPr lang="en-US" altLang="zh-TW" dirty="0"/>
          </a:p>
          <a:p>
            <a:pPr lvl="1"/>
            <a:r>
              <a:rPr lang="en-US" altLang="zh-TW" dirty="0"/>
              <a:t>git branch cat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步驟二：查看所有分支</a:t>
            </a:r>
            <a:endParaRPr lang="en-US" altLang="zh-TW" dirty="0"/>
          </a:p>
          <a:p>
            <a:pPr lvl="1"/>
            <a:r>
              <a:rPr lang="en-US" altLang="zh-TW" dirty="0"/>
              <a:t>git branch –v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步驟三：切換到指定分支</a:t>
            </a:r>
            <a:endParaRPr lang="en-US" altLang="zh-TW" dirty="0"/>
          </a:p>
          <a:p>
            <a:pPr lvl="1"/>
            <a:r>
              <a:rPr lang="en-US" altLang="zh-TW" dirty="0"/>
              <a:t>git checkout cat</a:t>
            </a:r>
          </a:p>
          <a:p>
            <a:pPr lvl="1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F64CD1-FF9F-BF1A-3015-D3C1D5432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6" y="1176443"/>
            <a:ext cx="5922849" cy="23307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2A17432-C6CE-605C-F454-E971A673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912" y="3893165"/>
            <a:ext cx="5576392" cy="228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13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586FA7-4699-E802-AA60-BE03AB3E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合併分支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E5390E-4F37-418B-2CAF-8C7B97831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203" y="681066"/>
            <a:ext cx="6293646" cy="367185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B390B2D-B0C6-FFA2-06A9-3AF60F472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3953"/>
            <a:ext cx="4390265" cy="87523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943F2A-A6FC-8214-9828-D7DDB2C10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86252"/>
            <a:ext cx="7102337" cy="287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33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268442-CFCF-00AC-EBE5-58A0A037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合併衝突解決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AFC379-9E76-6F71-640B-E0C2540EB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修正合併</a:t>
            </a:r>
            <a:endParaRPr lang="en-US" altLang="zh-TW" dirty="0"/>
          </a:p>
          <a:p>
            <a:pPr lvl="1"/>
            <a:r>
              <a:rPr lang="zh-TW" altLang="en-US" dirty="0"/>
              <a:t>編輯文件刪除特殊符號</a:t>
            </a:r>
          </a:p>
          <a:p>
            <a:pPr lvl="2"/>
            <a:r>
              <a:rPr lang="en-US" altLang="zh-TW" dirty="0"/>
              <a:t>&lt;&lt;&lt;</a:t>
            </a:r>
          </a:p>
          <a:p>
            <a:pPr lvl="2"/>
            <a:r>
              <a:rPr lang="en-US" altLang="zh-TW" dirty="0"/>
              <a:t>===</a:t>
            </a:r>
          </a:p>
          <a:p>
            <a:pPr lvl="2"/>
            <a:endParaRPr lang="en-US" altLang="zh-TW" dirty="0"/>
          </a:p>
          <a:p>
            <a:r>
              <a:rPr lang="zh-TW" altLang="en-US" dirty="0"/>
              <a:t>把文件修改到滿意程度，保存退出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添加到緩存區 </a:t>
            </a:r>
            <a:r>
              <a:rPr lang="en-US" altLang="zh-TW" dirty="0"/>
              <a:t>git add [File]</a:t>
            </a:r>
          </a:p>
          <a:p>
            <a:endParaRPr lang="en-US" altLang="zh-TW" dirty="0"/>
          </a:p>
          <a:p>
            <a:r>
              <a:rPr lang="zh-TW" altLang="en-US" dirty="0"/>
              <a:t>提交到本地庫 </a:t>
            </a:r>
            <a:r>
              <a:rPr lang="en-US" altLang="zh-TW" dirty="0"/>
              <a:t>git commit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6E7EEA4-5272-1740-73F2-9FE7EC285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7"/>
          <a:stretch/>
        </p:blipFill>
        <p:spPr>
          <a:xfrm>
            <a:off x="5075339" y="1825625"/>
            <a:ext cx="1782510" cy="150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53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4D2896-2F68-18EE-F1CE-430EA114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分支常用操作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1700C0-E735-545C-838F-02C4404F5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02430"/>
            <a:ext cx="2351534" cy="89785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B5CB9AC-C9BD-E122-8582-8B9833410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12032"/>
            <a:ext cx="2529152" cy="6015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6CF1F52-4D5A-2256-D7EA-9A626363B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620869"/>
            <a:ext cx="3805020" cy="60152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F953DA5-5B37-95EB-4383-3A62C2F2E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6196" y="2502430"/>
            <a:ext cx="4391608" cy="220807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5D5C74B-C1BA-21B8-5A7A-613AC3C2F3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196" y="5522244"/>
            <a:ext cx="4298569" cy="80001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DEF8E72B-958E-83B6-A0C1-B703502B4C0E}"/>
              </a:ext>
            </a:extLst>
          </p:cNvPr>
          <p:cNvSpPr txBox="1"/>
          <p:nvPr/>
        </p:nvSpPr>
        <p:spPr>
          <a:xfrm>
            <a:off x="838199" y="169068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查看分支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631535-DC35-AA51-02DC-09FDB506F38A}"/>
              </a:ext>
            </a:extLst>
          </p:cNvPr>
          <p:cNvSpPr txBox="1"/>
          <p:nvPr/>
        </p:nvSpPr>
        <p:spPr>
          <a:xfrm>
            <a:off x="838199" y="348077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新增分支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8B1B39E-0D34-D166-A05B-3FB3EE71777D}"/>
              </a:ext>
            </a:extLst>
          </p:cNvPr>
          <p:cNvSpPr txBox="1"/>
          <p:nvPr/>
        </p:nvSpPr>
        <p:spPr>
          <a:xfrm>
            <a:off x="838199" y="489404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重新命名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710F58E-FEFF-3504-A660-CE9C09107AEE}"/>
              </a:ext>
            </a:extLst>
          </p:cNvPr>
          <p:cNvSpPr txBox="1"/>
          <p:nvPr/>
        </p:nvSpPr>
        <p:spPr>
          <a:xfrm>
            <a:off x="6095999" y="169068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刪除分支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BBF650-7734-95C0-1C47-9D5779C58C79}"/>
              </a:ext>
            </a:extLst>
          </p:cNvPr>
          <p:cNvSpPr txBox="1"/>
          <p:nvPr/>
        </p:nvSpPr>
        <p:spPr>
          <a:xfrm>
            <a:off x="6186196" y="479320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強制刪除分支</a:t>
            </a:r>
          </a:p>
        </p:txBody>
      </p:sp>
    </p:spTree>
    <p:extLst>
      <p:ext uri="{BB962C8B-B14F-4D97-AF65-F5344CB8AC3E}">
        <p14:creationId xmlns:p14="http://schemas.microsoft.com/office/powerpoint/2010/main" val="816472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F5092-D32A-46FF-B4BF-B91CA7B6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083E47-FEB8-4D57-868F-74F8064F4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創建 </a:t>
            </a:r>
            <a:r>
              <a:rPr lang="en-US" altLang="zh-TW" dirty="0"/>
              <a:t>cat</a:t>
            </a:r>
            <a:r>
              <a:rPr lang="zh-TW" altLang="en-US" dirty="0"/>
              <a:t> 分支</a:t>
            </a:r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cat</a:t>
            </a:r>
            <a:r>
              <a:rPr lang="zh-TW" altLang="en-US" dirty="0"/>
              <a:t> 分支中對 </a:t>
            </a:r>
            <a:r>
              <a:rPr lang="en-US" altLang="zh-TW" dirty="0"/>
              <a:t>b.txt</a:t>
            </a:r>
            <a:r>
              <a:rPr lang="zh-TW" altLang="en-US" dirty="0"/>
              <a:t> 做修改</a:t>
            </a:r>
            <a:endParaRPr lang="en-US" altLang="zh-TW" dirty="0"/>
          </a:p>
          <a:p>
            <a:r>
              <a:rPr lang="zh-TW" altLang="en-US" dirty="0"/>
              <a:t>在 </a:t>
            </a:r>
            <a:r>
              <a:rPr lang="en-US" altLang="zh-TW" dirty="0"/>
              <a:t>master</a:t>
            </a:r>
            <a:r>
              <a:rPr lang="zh-TW" altLang="en-US" dirty="0"/>
              <a:t> 分支中對 </a:t>
            </a:r>
            <a:r>
              <a:rPr lang="en-US" altLang="zh-TW" dirty="0"/>
              <a:t>a.txt</a:t>
            </a:r>
            <a:r>
              <a:rPr lang="zh-TW" altLang="en-US" dirty="0"/>
              <a:t> 做修改</a:t>
            </a:r>
            <a:endParaRPr lang="en-US" altLang="zh-TW" dirty="0"/>
          </a:p>
          <a:p>
            <a:r>
              <a:rPr lang="zh-TW" altLang="en-US" dirty="0"/>
              <a:t>合併分支</a:t>
            </a:r>
            <a:endParaRPr lang="en-US" altLang="zh-TW" dirty="0"/>
          </a:p>
          <a:p>
            <a:r>
              <a:rPr lang="zh-TW" altLang="en-US" dirty="0"/>
              <a:t>刪除 </a:t>
            </a:r>
            <a:r>
              <a:rPr lang="en-US" altLang="zh-TW" dirty="0"/>
              <a:t>cat</a:t>
            </a:r>
            <a:r>
              <a:rPr lang="zh-TW" altLang="en-US" dirty="0"/>
              <a:t> 分支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76392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8DBE208-FB94-AE79-F749-C9B0FDBE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687335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26B33F-0BCC-3DA4-C01A-E8020487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GitHub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485067-8D38-36DA-72F0-D5FB0BF44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457" y="809351"/>
            <a:ext cx="6256562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84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F9EA84B-D0F8-BFB5-1D11-B2E2FD28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26" y="440851"/>
            <a:ext cx="9616489" cy="596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55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6C31A6-9D7C-4E45-BBCA-CFBFB03B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4967BF-CC2F-4513-95BE-7EC27B14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Push</a:t>
            </a:r>
            <a:r>
              <a:rPr lang="zh-TW" altLang="en-US" dirty="0"/>
              <a:t> 到 </a:t>
            </a:r>
            <a:r>
              <a:rPr lang="en-US" altLang="zh-TW" dirty="0"/>
              <a:t>GitHub</a:t>
            </a:r>
          </a:p>
          <a:p>
            <a:r>
              <a:rPr lang="en-US" altLang="zh-TW" dirty="0"/>
              <a:t>Pull</a:t>
            </a:r>
            <a:r>
              <a:rPr lang="zh-TW" altLang="en-US" dirty="0"/>
              <a:t> </a:t>
            </a:r>
            <a:r>
              <a:rPr lang="zh-TW" altLang="en-US"/>
              <a:t>到 本地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7735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4369326-3742-4D6D-A948-47168C9F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其他操作</a:t>
            </a:r>
          </a:p>
        </p:txBody>
      </p:sp>
    </p:spTree>
    <p:extLst>
      <p:ext uri="{BB962C8B-B14F-4D97-AF65-F5344CB8AC3E}">
        <p14:creationId xmlns:p14="http://schemas.microsoft.com/office/powerpoint/2010/main" val="1063535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2FE26-5C2E-F8CC-CECC-0403FB20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忽略某些檔案：</a:t>
            </a:r>
            <a:r>
              <a:rPr lang="en-US" altLang="zh-TW" dirty="0"/>
              <a:t>.</a:t>
            </a:r>
            <a:r>
              <a:rPr lang="en-US" altLang="zh-TW" dirty="0" err="1"/>
              <a:t>gitignore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F777829-F944-210A-D83E-C6D33C479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035925" cy="56381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8380CEA-CDE9-368F-1F9F-99CE365D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33156"/>
            <a:ext cx="6187751" cy="409343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086A5CE-DDE2-A18B-8D92-474DCC644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941" y="2235628"/>
            <a:ext cx="4987059" cy="267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26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C39290-F6B4-63DA-9CB9-E98B1FA6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檔案比對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1BBF1CA-AA20-2D34-A815-62F43B572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81" y="2644978"/>
            <a:ext cx="4544478" cy="342084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C241197-AE9E-E33D-F6A3-04AD29CAE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80" y="1670271"/>
            <a:ext cx="8451375" cy="6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6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EEE9FA-3A74-0B92-35D6-1109BDB3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今日課題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7031FE-001F-0B22-C5D5-F96A6C92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git commit </a:t>
            </a:r>
            <a:r>
              <a:rPr lang="zh-TW" altLang="en-US" dirty="0"/>
              <a:t>提交第一個歷史紀錄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創建分支，並在分支上提交歷史紀錄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將分支合併到主分支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將該分支上傳到 </a:t>
            </a:r>
            <a:r>
              <a:rPr lang="en-US" altLang="zh-TW" dirty="0"/>
              <a:t>GitHub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3920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314</Words>
  <Application>Microsoft Office PowerPoint</Application>
  <PresentationFormat>寬螢幕</PresentationFormat>
  <Paragraphs>86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7" baseType="lpstr">
      <vt:lpstr>Consolas NF</vt:lpstr>
      <vt:lpstr>新細明體</vt:lpstr>
      <vt:lpstr>Arial</vt:lpstr>
      <vt:lpstr>Calibri</vt:lpstr>
      <vt:lpstr>Calibri Light</vt:lpstr>
      <vt:lpstr>Office 佈景主題</vt:lpstr>
      <vt:lpstr>Git</vt:lpstr>
      <vt:lpstr>PowerPoint 簡報</vt:lpstr>
      <vt:lpstr>PowerPoint 簡報</vt:lpstr>
      <vt:lpstr>分散式系統</vt:lpstr>
      <vt:lpstr>Git 結構</vt:lpstr>
      <vt:lpstr>Git 安裝</vt:lpstr>
      <vt:lpstr>命令行安裝</vt:lpstr>
      <vt:lpstr>開始使用 Git</vt:lpstr>
      <vt:lpstr>設定簽名</vt:lpstr>
      <vt:lpstr>初始化 Git</vt:lpstr>
      <vt:lpstr>目錄狀態</vt:lpstr>
      <vt:lpstr>添加到暫存區</vt:lpstr>
      <vt:lpstr>發佈到儲存庫</vt:lpstr>
      <vt:lpstr>檢視提交的紀錄</vt:lpstr>
      <vt:lpstr>回朔歷史紀錄</vt:lpstr>
      <vt:lpstr>PowerPoint 簡報</vt:lpstr>
      <vt:lpstr>分支</vt:lpstr>
      <vt:lpstr>分支 git flow</vt:lpstr>
      <vt:lpstr>創建分支步驟</vt:lpstr>
      <vt:lpstr>合併分支</vt:lpstr>
      <vt:lpstr>合併衝突解決</vt:lpstr>
      <vt:lpstr>分支常用操作</vt:lpstr>
      <vt:lpstr>PowerPoint 簡報</vt:lpstr>
      <vt:lpstr>GitHub</vt:lpstr>
      <vt:lpstr>GitHub</vt:lpstr>
      <vt:lpstr>PowerPoint 簡報</vt:lpstr>
      <vt:lpstr>PowerPoint 簡報</vt:lpstr>
      <vt:lpstr>其他操作</vt:lpstr>
      <vt:lpstr>忽略某些檔案：.gitignore</vt:lpstr>
      <vt:lpstr>檔案比對</vt:lpstr>
      <vt:lpstr>今日課題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SHAN-YU HUANG</dc:creator>
  <cp:lastModifiedBy>E608USER</cp:lastModifiedBy>
  <cp:revision>11</cp:revision>
  <dcterms:created xsi:type="dcterms:W3CDTF">2023-03-22T14:10:14Z</dcterms:created>
  <dcterms:modified xsi:type="dcterms:W3CDTF">2024-04-30T12:57:08Z</dcterms:modified>
</cp:coreProperties>
</file>